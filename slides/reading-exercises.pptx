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B3F1-3812-714C-C55E-86C096F7F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3F5A5-DFCE-4357-EC64-083B33284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9E857-E790-730C-A40F-4F3F3DCAF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620E6-D35D-6852-1CE4-5BC05B83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A0220-1DA1-F6BB-7A1C-4CE3943B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88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C0868-360C-0A38-2780-67D3E037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3A8C6-A3D1-9629-14E3-A217D6702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94CDC-649B-6165-A786-E57D7527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56149-F686-66A9-A83A-769C4D82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BAF12-C524-83E9-FA3A-430E9195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696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C61C-9547-FEAB-C52F-3E824CF6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F938B-503A-7052-C005-1945A2532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7634B-A088-716A-2650-6DCFC142F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D1AAE-E371-BE3F-DB7C-35BE07E5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25B0B-1F6E-2B8F-6165-15225B235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213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6A2E-B026-FF03-6D56-E94FCA0B9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0E3FC-9A78-5E7F-0FE5-D1B682EC4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0A27E-5827-667F-5A1C-A55F5F5EE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D81DF-235D-7650-967F-D5509907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BA94B-6319-4D39-6A18-E98D80B87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7B835-F164-E7D3-8287-8AE390CF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74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F0EF-ABBF-71BB-27D7-D7C18C6B4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CE483-D099-F9E7-2B5D-0EA4216D5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585A5-E90A-31C4-B40C-39C63F7C4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8B8EF-99E6-91B9-09B7-093795E70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EDB46-24AE-33E0-AF81-7134D6195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9A7ABF-ADB7-8D43-2C8D-DBC386F2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C124F3-AE71-4C00-12A9-72729CD9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20DFCC-EC9C-6F58-4CC0-4792C882B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59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28AC-0B98-581B-10B2-8CB2AD27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E1084-6558-3614-8179-86FD22E68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81DF4-71F5-8CAD-E514-5CFDFB98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859A8-6E05-B5AD-CBB2-BEC69ED9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77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54AE4-D107-8508-7B86-680D99FE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B0E3B9-E8C1-CD7B-D83E-A17692FF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C4B36-221C-9527-3976-BC040091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17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6DFC6-7042-AB69-CAF1-8B4A6457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B7319-3909-DB40-7809-A681D3804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E1966-374C-878B-3142-4E9CA67F0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BFF82-1146-2144-E11C-0E995C7D6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C9959-1B86-86B0-B38F-EAA4F40A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EA3B2-5B1D-B231-F7E2-6883CFB2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933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2D64-4171-0D79-25F5-97DA6E9A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3BB766-D289-268E-EDF5-00CFB5256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32FF3-3440-B20F-B718-FB1D7BA94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4660C-D5BF-545B-5978-3A851C24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7F68-5671-1682-FF7E-B98E6142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9B688-19C2-9B77-4440-905DFBFA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73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F4B8-7597-5992-545C-6BC887533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5E82B-D173-2768-6D42-56E3E32DC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1C23B-1C74-C195-6A73-D2F10AC5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34211-7D7E-0F81-4F0F-CF8E72F8E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1669A-A4D7-5D71-F0A4-8B301760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26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6606B-2A3D-226D-0979-E9FE35EC3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2589E-3336-3D9E-3821-D3F2F5D02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4D62D-A19D-59CD-DFE5-FCC65140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BFE01-DF5E-8B17-13C5-86892767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13D36-BEC3-8EF4-4DE9-B278F950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580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0D2F0-637D-FC35-58EB-C4D298EE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2B83D-6874-C05D-44F5-86C148C90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6E848-5847-C448-22FD-9ECEA2899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BE05F-3823-4A96-802F-8BA8BE051EF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FBA53-2FA7-D43A-9FF9-73692F621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9BC5C-704D-BD66-D04F-F1A1BC2BB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6BB17-FF1C-499C-8786-CD5AD9CEFE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455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DE69A9-5943-569E-5FD1-5D5577ED82BE}"/>
              </a:ext>
            </a:extLst>
          </p:cNvPr>
          <p:cNvSpPr txBox="1"/>
          <p:nvPr/>
        </p:nvSpPr>
        <p:spPr>
          <a:xfrm>
            <a:off x="128016" y="458956"/>
            <a:ext cx="119359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en-GB" sz="3600" dirty="0">
                <a:latin typeface="APL385 Unicode" panose="020B0709000202000203" pitchFamily="49" charset="0"/>
                <a:ea typeface="Iosevka Slab APL" panose="02000509030000000004" pitchFamily="49" charset="0"/>
                <a:cs typeface="Iosevka Slab APL" panose="02000509030000000004" pitchFamily="49" charset="0"/>
              </a:rPr>
              <a:t>{((⍳⍴⍵)=⍵⍳⍵)/⍵}   ⍝ Any vector ⍵</a:t>
            </a:r>
          </a:p>
          <a:p>
            <a:pPr marL="742950" indent="-742950">
              <a:buAutoNum type="arabicPeriod"/>
            </a:pPr>
            <a:endParaRPr lang="en-GB" sz="3600" dirty="0">
              <a:latin typeface="APL385 Unicode" panose="020B0709000202000203" pitchFamily="49" charset="0"/>
              <a:ea typeface="Iosevka Slab APL" panose="02000509030000000004" pitchFamily="49" charset="0"/>
              <a:cs typeface="Iosevka Slab APL" panose="02000509030000000004" pitchFamily="49" charset="0"/>
            </a:endParaRPr>
          </a:p>
          <a:p>
            <a:r>
              <a:rPr lang="en-GB" sz="3600" dirty="0">
                <a:latin typeface="APL385 Unicode" panose="020B0709000202000203" pitchFamily="49" charset="0"/>
                <a:ea typeface="Iosevka Slab APL" panose="02000509030000000004" pitchFamily="49" charset="0"/>
                <a:cs typeface="Iosevka Slab APL" panose="02000509030000000004" pitchFamily="49" charset="0"/>
              </a:rPr>
              <a:t>2. {(≤\⍺≠⍵)⊆⍵}       ⍝ Character scalar ⍺ </a:t>
            </a:r>
          </a:p>
          <a:p>
            <a:r>
              <a:rPr lang="en-GB" sz="3600" dirty="0">
                <a:latin typeface="APL385 Unicode" panose="020B0709000202000203" pitchFamily="49" charset="0"/>
                <a:ea typeface="Iosevka Slab APL" panose="02000509030000000004" pitchFamily="49" charset="0"/>
                <a:cs typeface="Iosevka Slab APL" panose="02000509030000000004" pitchFamily="49" charset="0"/>
              </a:rPr>
              <a:t>                     ⍝ and vector ⍵</a:t>
            </a:r>
          </a:p>
          <a:p>
            <a:endParaRPr lang="en-GB" sz="3600" dirty="0">
              <a:latin typeface="APL385 Unicode" panose="020B0709000202000203" pitchFamily="49" charset="0"/>
              <a:ea typeface="Iosevka Slab APL" panose="02000509030000000004" pitchFamily="49" charset="0"/>
              <a:cs typeface="Iosevka Slab APL" panose="02000509030000000004" pitchFamily="49" charset="0"/>
            </a:endParaRPr>
          </a:p>
          <a:p>
            <a:r>
              <a:rPr lang="en-GB" sz="3600" dirty="0">
                <a:latin typeface="APL385 Unicode" panose="020B0709000202000203" pitchFamily="49" charset="0"/>
                <a:ea typeface="Iosevka Slab APL" panose="02000509030000000004" pitchFamily="49" charset="0"/>
                <a:cs typeface="Iosevka Slab APL" panose="02000509030000000004" pitchFamily="49" charset="0"/>
              </a:rPr>
              <a:t>3. {⍸2=+⌿0=∘.|⍨⍳⍵}   ⍝ Scalar integer ⍵</a:t>
            </a:r>
          </a:p>
          <a:p>
            <a:endParaRPr lang="en-GB" sz="3600" dirty="0">
              <a:latin typeface="APL385 Unicode" panose="020B0709000202000203" pitchFamily="49" charset="0"/>
              <a:ea typeface="Iosevka Slab APL" panose="02000509030000000004" pitchFamily="49" charset="0"/>
              <a:cs typeface="Iosevka Slab APL" panose="02000509030000000004" pitchFamily="49" charset="0"/>
            </a:endParaRPr>
          </a:p>
          <a:p>
            <a:r>
              <a:rPr lang="en-GB" sz="3600" dirty="0">
                <a:latin typeface="APL385 Unicode" panose="020B0709000202000203" pitchFamily="49" charset="0"/>
                <a:ea typeface="Iosevka Slab APL" panose="02000509030000000004" pitchFamily="49" charset="0"/>
                <a:cs typeface="Iosevka Slab APL" panose="02000509030000000004" pitchFamily="49" charset="0"/>
              </a:rPr>
              <a:t>4. {∪⍵∨⍳⍵}           ⍝ Scalar integer ⍵</a:t>
            </a:r>
          </a:p>
          <a:p>
            <a:endParaRPr lang="en-GB" sz="3600" dirty="0">
              <a:latin typeface="APL385 Unicode" panose="020B0709000202000203" pitchFamily="49" charset="0"/>
              <a:ea typeface="Iosevka Slab APL" panose="02000509030000000004" pitchFamily="49" charset="0"/>
              <a:cs typeface="Iosevka Slab APL" panose="02000509030000000004" pitchFamily="49" charset="0"/>
            </a:endParaRPr>
          </a:p>
          <a:p>
            <a:r>
              <a:rPr lang="en-GB" sz="3600" dirty="0">
                <a:latin typeface="APL385 Unicode" panose="020B0709000202000203" pitchFamily="49" charset="0"/>
                <a:ea typeface="Iosevka Slab APL" panose="02000509030000000004" pitchFamily="49" charset="0"/>
                <a:cs typeface="Iosevka Slab APL" panose="02000509030000000004" pitchFamily="49" charset="0"/>
              </a:rPr>
              <a:t>5. {⍵⊤⍨10⍴⍨⌈10⍟⍵}    ⍝ Scalar integer ⍵</a:t>
            </a:r>
          </a:p>
        </p:txBody>
      </p:sp>
    </p:spTree>
    <p:extLst>
      <p:ext uri="{BB962C8B-B14F-4D97-AF65-F5344CB8AC3E}">
        <p14:creationId xmlns:p14="http://schemas.microsoft.com/office/powerpoint/2010/main" val="4253801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68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APL385 Unicode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 Park</dc:creator>
  <cp:lastModifiedBy>Rich Park</cp:lastModifiedBy>
  <cp:revision>1</cp:revision>
  <dcterms:created xsi:type="dcterms:W3CDTF">2025-08-15T12:12:01Z</dcterms:created>
  <dcterms:modified xsi:type="dcterms:W3CDTF">2025-08-15T17:36:13Z</dcterms:modified>
</cp:coreProperties>
</file>